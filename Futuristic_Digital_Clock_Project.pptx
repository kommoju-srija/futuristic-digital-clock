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76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814" y="1784461"/>
            <a:ext cx="8229600" cy="1143000"/>
          </a:xfrm>
        </p:spPr>
        <p:txBody>
          <a:bodyPr>
            <a:normAutofit/>
          </a:bodyPr>
          <a:lstStyle/>
          <a:p>
            <a:r>
              <a:rPr b="1" dirty="0">
                <a:latin typeface="Times New Roman"/>
              </a:rPr>
              <a:t>Futuristic Digital Clock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0605" y="3088758"/>
            <a:ext cx="7644809" cy="1387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 dirty="0">
                <a:latin typeface="Times New Roman"/>
              </a:rPr>
              <a:t>Technology Used: HTML, CSS, JavaScript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F6B4B8-40EF-B4E2-B41A-55DD5E4DA63F}"/>
              </a:ext>
            </a:extLst>
          </p:cNvPr>
          <p:cNvSpPr txBox="1"/>
          <p:nvPr/>
        </p:nvSpPr>
        <p:spPr>
          <a:xfrm>
            <a:off x="4572000" y="5135526"/>
            <a:ext cx="37561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/>
              </a:rPr>
              <a:t>Developer: </a:t>
            </a:r>
            <a:r>
              <a:rPr lang="en-IN" sz="2400" b="1" dirty="0" err="1">
                <a:latin typeface="Times New Roman"/>
              </a:rPr>
              <a:t>Kommoju</a:t>
            </a:r>
            <a:r>
              <a:rPr lang="en-IN" sz="2400" b="1" dirty="0">
                <a:latin typeface="Times New Roman"/>
              </a:rPr>
              <a:t> Srija</a:t>
            </a:r>
          </a:p>
          <a:p>
            <a:endParaRPr lang="en-IN"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Times New Roman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 dirty="0">
                <a:latin typeface="Times New Roman"/>
              </a:rPr>
              <a:t>Digital clock shows current system time</a:t>
            </a:r>
          </a:p>
          <a:p>
            <a:r>
              <a:rPr sz="1600" dirty="0">
                <a:latin typeface="Times New Roman"/>
              </a:rPr>
              <a:t>Displays hours, minutes, and seconds</a:t>
            </a:r>
          </a:p>
          <a:p>
            <a:r>
              <a:rPr sz="1600" dirty="0">
                <a:latin typeface="Times New Roman"/>
              </a:rPr>
              <a:t>Uses AM and PM format</a:t>
            </a:r>
          </a:p>
          <a:p>
            <a:r>
              <a:rPr sz="1600" dirty="0">
                <a:latin typeface="Times New Roman"/>
              </a:rPr>
              <a:t>Designed with modern UI effects</a:t>
            </a:r>
          </a:p>
          <a:p>
            <a:r>
              <a:rPr sz="1600" dirty="0">
                <a:latin typeface="Times New Roman"/>
              </a:rPr>
              <a:t>Real-time updating system</a:t>
            </a:r>
          </a:p>
          <a:p>
            <a:r>
              <a:rPr sz="1600" dirty="0">
                <a:latin typeface="Times New Roman"/>
              </a:rPr>
              <a:t>User-friendly interface</a:t>
            </a:r>
          </a:p>
          <a:p>
            <a:r>
              <a:rPr sz="1600" dirty="0">
                <a:latin typeface="Times New Roman"/>
              </a:rPr>
              <a:t>Works on all modern browsers</a:t>
            </a:r>
          </a:p>
          <a:p>
            <a:r>
              <a:rPr sz="1600" dirty="0">
                <a:latin typeface="Times New Roman"/>
              </a:rPr>
              <a:t>No external libraries required</a:t>
            </a:r>
          </a:p>
          <a:p>
            <a:r>
              <a:rPr sz="1600" dirty="0">
                <a:latin typeface="Times New Roman"/>
              </a:rPr>
              <a:t>Simple and lightweight project</a:t>
            </a:r>
          </a:p>
          <a:p>
            <a:r>
              <a:rPr sz="1600" dirty="0">
                <a:latin typeface="Times New Roman"/>
              </a:rPr>
              <a:t>Suitable for academic projects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Times New Roman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Times New Roman"/>
              </a:rPr>
              <a:t>To display real-time digital clock</a:t>
            </a:r>
          </a:p>
          <a:p>
            <a:r>
              <a:rPr sz="1600">
                <a:latin typeface="Times New Roman"/>
              </a:rPr>
              <a:t>To implement AM/PM format</a:t>
            </a:r>
          </a:p>
          <a:p>
            <a:r>
              <a:rPr sz="1600">
                <a:latin typeface="Times New Roman"/>
              </a:rPr>
              <a:t>To design interactive user interface</a:t>
            </a:r>
          </a:p>
          <a:p>
            <a:r>
              <a:rPr sz="1600">
                <a:latin typeface="Times New Roman"/>
              </a:rPr>
              <a:t>To apply CSS animations</a:t>
            </a:r>
          </a:p>
          <a:p>
            <a:r>
              <a:rPr sz="1600">
                <a:latin typeface="Times New Roman"/>
              </a:rPr>
              <a:t>To improve frontend skills</a:t>
            </a:r>
          </a:p>
          <a:p>
            <a:r>
              <a:rPr sz="1600">
                <a:latin typeface="Times New Roman"/>
              </a:rPr>
              <a:t>To learn JavaScript Date object</a:t>
            </a:r>
          </a:p>
          <a:p>
            <a:r>
              <a:rPr sz="1600">
                <a:latin typeface="Times New Roman"/>
              </a:rPr>
              <a:t>To create dynamic web content</a:t>
            </a:r>
          </a:p>
          <a:p>
            <a:r>
              <a:rPr sz="1600">
                <a:latin typeface="Times New Roman"/>
              </a:rPr>
              <a:t>To enhance visual appearance</a:t>
            </a:r>
          </a:p>
          <a:p>
            <a:r>
              <a:rPr sz="1600">
                <a:latin typeface="Times New Roman"/>
              </a:rPr>
              <a:t>To build responsive design</a:t>
            </a:r>
          </a:p>
          <a:p>
            <a:r>
              <a:rPr sz="1600">
                <a:latin typeface="Times New Roman"/>
              </a:rPr>
              <a:t>To develop a professional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Times New Roman"/>
              </a:rP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Times New Roman"/>
              </a:rPr>
              <a:t>HTML5 for structure</a:t>
            </a:r>
          </a:p>
          <a:p>
            <a:r>
              <a:rPr sz="1600">
                <a:latin typeface="Times New Roman"/>
              </a:rPr>
              <a:t>CSS3 for styling</a:t>
            </a:r>
          </a:p>
          <a:p>
            <a:r>
              <a:rPr sz="1600">
                <a:latin typeface="Times New Roman"/>
              </a:rPr>
              <a:t>JavaScript for logic</a:t>
            </a:r>
          </a:p>
          <a:p>
            <a:r>
              <a:rPr sz="1600">
                <a:latin typeface="Times New Roman"/>
              </a:rPr>
              <a:t>Date object for time</a:t>
            </a:r>
          </a:p>
          <a:p>
            <a:r>
              <a:rPr sz="1600">
                <a:latin typeface="Times New Roman"/>
              </a:rPr>
              <a:t>CSS animations</a:t>
            </a:r>
          </a:p>
          <a:p>
            <a:r>
              <a:rPr sz="1600">
                <a:latin typeface="Times New Roman"/>
              </a:rPr>
              <a:t>Gradient backgrounds</a:t>
            </a:r>
          </a:p>
          <a:p>
            <a:r>
              <a:rPr sz="1600">
                <a:latin typeface="Times New Roman"/>
              </a:rPr>
              <a:t>Text shadow effects</a:t>
            </a:r>
          </a:p>
          <a:p>
            <a:r>
              <a:rPr sz="1600">
                <a:latin typeface="Times New Roman"/>
              </a:rPr>
              <a:t>Browser-based execution</a:t>
            </a:r>
          </a:p>
          <a:p>
            <a:r>
              <a:rPr sz="1600">
                <a:latin typeface="Times New Roman"/>
              </a:rPr>
              <a:t>No backend required</a:t>
            </a:r>
          </a:p>
          <a:p>
            <a:r>
              <a:rPr sz="1600">
                <a:latin typeface="Times New Roman"/>
              </a:rPr>
              <a:t>Platform independent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Times New Roman"/>
              </a:rP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Times New Roman"/>
              </a:rPr>
              <a:t>12-hour AM/PM time format</a:t>
            </a:r>
          </a:p>
          <a:p>
            <a:r>
              <a:rPr sz="1600">
                <a:latin typeface="Times New Roman"/>
              </a:rPr>
              <a:t>Dynamic greeting messages</a:t>
            </a:r>
          </a:p>
          <a:p>
            <a:r>
              <a:rPr sz="1600">
                <a:latin typeface="Times New Roman"/>
              </a:rPr>
              <a:t>Animated neon clock digits</a:t>
            </a:r>
          </a:p>
          <a:p>
            <a:r>
              <a:rPr sz="1600">
                <a:latin typeface="Times New Roman"/>
              </a:rPr>
              <a:t>Multi-color background change</a:t>
            </a:r>
          </a:p>
          <a:p>
            <a:r>
              <a:rPr sz="1600">
                <a:latin typeface="Times New Roman"/>
              </a:rPr>
              <a:t>Day display feature</a:t>
            </a:r>
          </a:p>
          <a:p>
            <a:r>
              <a:rPr sz="1600">
                <a:latin typeface="Times New Roman"/>
              </a:rPr>
              <a:t>Date display feature</a:t>
            </a:r>
          </a:p>
          <a:p>
            <a:r>
              <a:rPr sz="1600">
                <a:latin typeface="Times New Roman"/>
              </a:rPr>
              <a:t>Smooth UI animations</a:t>
            </a:r>
          </a:p>
          <a:p>
            <a:r>
              <a:rPr sz="1600">
                <a:latin typeface="Times New Roman"/>
              </a:rPr>
              <a:t>Real-time updates</a:t>
            </a:r>
          </a:p>
          <a:p>
            <a:r>
              <a:rPr sz="1600">
                <a:latin typeface="Times New Roman"/>
              </a:rPr>
              <a:t>Responsive design</a:t>
            </a:r>
          </a:p>
          <a:p>
            <a:r>
              <a:rPr sz="1600">
                <a:latin typeface="Times New Roman"/>
              </a:rPr>
              <a:t>Modern futuristic look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Times New Roman"/>
              </a:rPr>
              <a:t>AM/PM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Times New Roman"/>
              </a:rPr>
              <a:t>AM indicates morning time</a:t>
            </a:r>
          </a:p>
          <a:p>
            <a:r>
              <a:rPr sz="1600">
                <a:latin typeface="Times New Roman"/>
              </a:rPr>
              <a:t>PM indicates evening time</a:t>
            </a:r>
          </a:p>
          <a:p>
            <a:r>
              <a:rPr sz="1600">
                <a:latin typeface="Times New Roman"/>
              </a:rPr>
              <a:t>Automatic AM/PM detection</a:t>
            </a:r>
          </a:p>
          <a:p>
            <a:r>
              <a:rPr sz="1600">
                <a:latin typeface="Times New Roman"/>
              </a:rPr>
              <a:t>Sun icon for AM</a:t>
            </a:r>
          </a:p>
          <a:p>
            <a:r>
              <a:rPr sz="1600">
                <a:latin typeface="Times New Roman"/>
              </a:rPr>
              <a:t>Moon icon for PM</a:t>
            </a:r>
          </a:p>
          <a:p>
            <a:r>
              <a:rPr sz="1600">
                <a:latin typeface="Times New Roman"/>
              </a:rPr>
              <a:t>Different greetings for AM/PM</a:t>
            </a:r>
          </a:p>
          <a:p>
            <a:r>
              <a:rPr sz="1600">
                <a:latin typeface="Times New Roman"/>
              </a:rPr>
              <a:t>Background changes by time</a:t>
            </a:r>
          </a:p>
          <a:p>
            <a:r>
              <a:rPr sz="1600">
                <a:latin typeface="Times New Roman"/>
              </a:rPr>
              <a:t>User-friendly display</a:t>
            </a:r>
          </a:p>
          <a:p>
            <a:r>
              <a:rPr sz="1600">
                <a:latin typeface="Times New Roman"/>
              </a:rPr>
              <a:t>Accurate time format</a:t>
            </a:r>
          </a:p>
          <a:p>
            <a:r>
              <a:rPr sz="1600">
                <a:latin typeface="Times New Roman"/>
              </a:rPr>
              <a:t>Professional appearance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Times New Roman"/>
              </a:rPr>
              <a:t>User Interface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Times New Roman"/>
              </a:rPr>
              <a:t>Clean and simple layout</a:t>
            </a:r>
          </a:p>
          <a:p>
            <a:r>
              <a:rPr sz="1600">
                <a:latin typeface="Times New Roman"/>
              </a:rPr>
              <a:t>Centered clock display</a:t>
            </a:r>
          </a:p>
          <a:p>
            <a:r>
              <a:rPr sz="1600">
                <a:latin typeface="Times New Roman"/>
              </a:rPr>
              <a:t>Attractive font style</a:t>
            </a:r>
          </a:p>
          <a:p>
            <a:r>
              <a:rPr sz="1600">
                <a:latin typeface="Times New Roman"/>
              </a:rPr>
              <a:t>Neon glowing text</a:t>
            </a:r>
          </a:p>
          <a:p>
            <a:r>
              <a:rPr sz="1600">
                <a:latin typeface="Times New Roman"/>
              </a:rPr>
              <a:t>Smooth transitions</a:t>
            </a:r>
          </a:p>
          <a:p>
            <a:r>
              <a:rPr sz="1600">
                <a:latin typeface="Times New Roman"/>
              </a:rPr>
              <a:t>Animated effects</a:t>
            </a:r>
          </a:p>
          <a:p>
            <a:r>
              <a:rPr sz="1600">
                <a:latin typeface="Times New Roman"/>
              </a:rPr>
              <a:t>Readable text size</a:t>
            </a:r>
          </a:p>
          <a:p>
            <a:r>
              <a:rPr sz="1600">
                <a:latin typeface="Times New Roman"/>
              </a:rPr>
              <a:t>Colorful background</a:t>
            </a:r>
          </a:p>
          <a:p>
            <a:r>
              <a:rPr sz="1600">
                <a:latin typeface="Times New Roman"/>
              </a:rPr>
              <a:t>Visual consistency</a:t>
            </a:r>
          </a:p>
          <a:p>
            <a:r>
              <a:rPr sz="1600">
                <a:latin typeface="Times New Roman"/>
              </a:rPr>
              <a:t>Modern UI standards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Times New Roman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Times New Roman"/>
              </a:rPr>
              <a:t>Easy to understand</a:t>
            </a:r>
          </a:p>
          <a:p>
            <a:r>
              <a:rPr sz="1600">
                <a:latin typeface="Times New Roman"/>
              </a:rPr>
              <a:t>Lightweight project</a:t>
            </a:r>
          </a:p>
          <a:p>
            <a:r>
              <a:rPr sz="1600">
                <a:latin typeface="Times New Roman"/>
              </a:rPr>
              <a:t>No external dependency</a:t>
            </a:r>
          </a:p>
          <a:p>
            <a:r>
              <a:rPr sz="1600">
                <a:latin typeface="Times New Roman"/>
              </a:rPr>
              <a:t>Runs in browser</a:t>
            </a:r>
          </a:p>
          <a:p>
            <a:r>
              <a:rPr sz="1600">
                <a:latin typeface="Times New Roman"/>
              </a:rPr>
              <a:t>Fast performance</a:t>
            </a:r>
          </a:p>
          <a:p>
            <a:r>
              <a:rPr sz="1600">
                <a:latin typeface="Times New Roman"/>
              </a:rPr>
              <a:t>Reusable code</a:t>
            </a:r>
          </a:p>
          <a:p>
            <a:r>
              <a:rPr sz="1600">
                <a:latin typeface="Times New Roman"/>
              </a:rPr>
              <a:t>Beginner friendly</a:t>
            </a:r>
          </a:p>
          <a:p>
            <a:r>
              <a:rPr sz="1600">
                <a:latin typeface="Times New Roman"/>
              </a:rPr>
              <a:t>Professional look</a:t>
            </a:r>
          </a:p>
          <a:p>
            <a:r>
              <a:rPr sz="1600">
                <a:latin typeface="Times New Roman"/>
              </a:rPr>
              <a:t>Good learning project</a:t>
            </a:r>
          </a:p>
          <a:p>
            <a:r>
              <a:rPr sz="1600">
                <a:latin typeface="Times New Roman"/>
              </a:rPr>
              <a:t>Highly customizable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Times New Roman"/>
              </a:rP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Times New Roman"/>
              </a:rPr>
              <a:t>Web-based clocks</a:t>
            </a:r>
          </a:p>
          <a:p>
            <a:r>
              <a:rPr sz="1600">
                <a:latin typeface="Times New Roman"/>
              </a:rPr>
              <a:t>Educational projects</a:t>
            </a:r>
          </a:p>
          <a:p>
            <a:r>
              <a:rPr sz="1600">
                <a:latin typeface="Times New Roman"/>
              </a:rPr>
              <a:t>Frontend practice</a:t>
            </a:r>
          </a:p>
          <a:p>
            <a:r>
              <a:rPr sz="1600">
                <a:latin typeface="Times New Roman"/>
              </a:rPr>
              <a:t>UI/UX demonstrations</a:t>
            </a:r>
          </a:p>
          <a:p>
            <a:r>
              <a:rPr sz="1600">
                <a:latin typeface="Times New Roman"/>
              </a:rPr>
              <a:t>Portfolio projects</a:t>
            </a:r>
          </a:p>
          <a:p>
            <a:r>
              <a:rPr sz="1600">
                <a:latin typeface="Times New Roman"/>
              </a:rPr>
              <a:t>College assignments</a:t>
            </a:r>
          </a:p>
          <a:p>
            <a:r>
              <a:rPr sz="1600">
                <a:latin typeface="Times New Roman"/>
              </a:rPr>
              <a:t>Learning JavaScript</a:t>
            </a:r>
          </a:p>
          <a:p>
            <a:r>
              <a:rPr sz="1600">
                <a:latin typeface="Times New Roman"/>
              </a:rPr>
              <a:t>Digital displays</a:t>
            </a:r>
          </a:p>
          <a:p>
            <a:r>
              <a:rPr sz="1600">
                <a:latin typeface="Times New Roman"/>
              </a:rPr>
              <a:t>Website widgets</a:t>
            </a:r>
          </a:p>
          <a:p>
            <a:r>
              <a:rPr sz="1600">
                <a:latin typeface="Times New Roman"/>
              </a:rPr>
              <a:t>Clock-based applications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Times New Roman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Times New Roman"/>
              </a:rPr>
              <a:t>Futuristic Digital Clock is interactive</a:t>
            </a:r>
          </a:p>
          <a:p>
            <a:r>
              <a:rPr sz="1600">
                <a:latin typeface="Times New Roman"/>
              </a:rPr>
              <a:t>Uses modern web technologies</a:t>
            </a:r>
          </a:p>
          <a:p>
            <a:r>
              <a:rPr sz="1600">
                <a:latin typeface="Times New Roman"/>
              </a:rPr>
              <a:t>Implements real-time system</a:t>
            </a:r>
          </a:p>
          <a:p>
            <a:r>
              <a:rPr sz="1600">
                <a:latin typeface="Times New Roman"/>
              </a:rPr>
              <a:t>Enhances frontend knowledge</a:t>
            </a:r>
          </a:p>
          <a:p>
            <a:r>
              <a:rPr sz="1600">
                <a:latin typeface="Times New Roman"/>
              </a:rPr>
              <a:t>Demonstrates AM/PM logic</a:t>
            </a:r>
          </a:p>
          <a:p>
            <a:r>
              <a:rPr sz="1600">
                <a:latin typeface="Times New Roman"/>
              </a:rPr>
              <a:t>Shows animation skills</a:t>
            </a:r>
          </a:p>
          <a:p>
            <a:r>
              <a:rPr sz="1600">
                <a:latin typeface="Times New Roman"/>
              </a:rPr>
              <a:t>Professional academic project</a:t>
            </a:r>
          </a:p>
          <a:p>
            <a:r>
              <a:rPr sz="1600">
                <a:latin typeface="Times New Roman"/>
              </a:rPr>
              <a:t>Useful for beginners</a:t>
            </a:r>
          </a:p>
          <a:p>
            <a:r>
              <a:rPr sz="1600">
                <a:latin typeface="Times New Roman"/>
              </a:rPr>
              <a:t>Expandable with more features</a:t>
            </a:r>
          </a:p>
          <a:p>
            <a:r>
              <a:rPr sz="1600">
                <a:latin typeface="Times New Roman"/>
              </a:rPr>
              <a:t>Developed by Kommoju Srija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329</Words>
  <Application>Microsoft Office PowerPoint</Application>
  <PresentationFormat>On-screen Show (4:3)</PresentationFormat>
  <Paragraphs>102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Futuristic Digital Clock</vt:lpstr>
      <vt:lpstr>Introduction</vt:lpstr>
      <vt:lpstr>Objectives</vt:lpstr>
      <vt:lpstr>Technologies Used</vt:lpstr>
      <vt:lpstr>Features</vt:lpstr>
      <vt:lpstr>AM/PM Functionality</vt:lpstr>
      <vt:lpstr>User Interface Design</vt:lpstr>
      <vt:lpstr>Advantages</vt:lpstr>
      <vt:lpstr>Applications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Srija</dc:creator>
  <cp:keywords/>
  <dc:description>generated using python-pptx</dc:description>
  <cp:lastModifiedBy>K Srija</cp:lastModifiedBy>
  <cp:revision>2</cp:revision>
  <dcterms:created xsi:type="dcterms:W3CDTF">2013-01-27T09:14:16Z</dcterms:created>
  <dcterms:modified xsi:type="dcterms:W3CDTF">2025-12-28T15:38:31Z</dcterms:modified>
  <cp:category/>
</cp:coreProperties>
</file>